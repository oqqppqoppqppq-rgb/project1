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0" r:id="rId3"/>
    <p:sldId id="262" r:id="rId4"/>
    <p:sldId id="263" r:id="rId5"/>
    <p:sldId id="264" r:id="rId6"/>
    <p:sldId id="269" r:id="rId7"/>
    <p:sldId id="270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89F"/>
    <a:srgbClr val="073F9D"/>
    <a:srgbClr val="9BB3D7"/>
    <a:srgbClr val="50A6A6"/>
    <a:srgbClr val="ED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9" autoAdjust="0"/>
    <p:restoredTop sz="93364" autoAdjust="0"/>
  </p:normalViewPr>
  <p:slideViewPr>
    <p:cSldViewPr snapToGrid="0">
      <p:cViewPr varScale="1">
        <p:scale>
          <a:sx n="97" d="100"/>
          <a:sy n="97" d="100"/>
        </p:scale>
        <p:origin x="108" y="2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андр Гордий" userId="9fe6d0832a913691" providerId="LiveId" clId="{232C1CD2-6426-4DB9-8C01-5619D4C1957C}"/>
    <pc:docChg chg="undo custSel addSld modSld">
      <pc:chgData name="Александр Гордий" userId="9fe6d0832a913691" providerId="LiveId" clId="{232C1CD2-6426-4DB9-8C01-5619D4C1957C}" dt="2025-12-22T16:23:15.916" v="3112" actId="1076"/>
      <pc:docMkLst>
        <pc:docMk/>
      </pc:docMkLst>
      <pc:sldChg chg="addSp delSp modSp mod">
        <pc:chgData name="Александр Гордий" userId="9fe6d0832a913691" providerId="LiveId" clId="{232C1CD2-6426-4DB9-8C01-5619D4C1957C}" dt="2025-12-22T13:17:59.659" v="116" actId="1076"/>
        <pc:sldMkLst>
          <pc:docMk/>
          <pc:sldMk cId="3852191090" sldId="256"/>
        </pc:sldMkLst>
        <pc:spChg chg="mod">
          <ac:chgData name="Александр Гордий" userId="9fe6d0832a913691" providerId="LiveId" clId="{232C1CD2-6426-4DB9-8C01-5619D4C1957C}" dt="2025-12-22T13:17:16.756" v="110" actId="1076"/>
          <ac:spMkLst>
            <pc:docMk/>
            <pc:sldMk cId="3852191090" sldId="256"/>
            <ac:spMk id="2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3:14:52.744" v="92" actId="1076"/>
          <ac:spMkLst>
            <pc:docMk/>
            <pc:sldMk cId="3852191090" sldId="256"/>
            <ac:spMk id="4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3:15:06.850" v="101" actId="1076"/>
          <ac:spMkLst>
            <pc:docMk/>
            <pc:sldMk cId="3852191090" sldId="256"/>
            <ac:spMk id="5" creationId="{00000000-0000-0000-0000-000000000000}"/>
          </ac:spMkLst>
        </pc:spChg>
        <pc:spChg chg="del mod">
          <ac:chgData name="Александр Гордий" userId="9fe6d0832a913691" providerId="LiveId" clId="{232C1CD2-6426-4DB9-8C01-5619D4C1957C}" dt="2025-12-22T13:14:45.499" v="90"/>
          <ac:spMkLst>
            <pc:docMk/>
            <pc:sldMk cId="3852191090" sldId="256"/>
            <ac:spMk id="6" creationId="{00000000-0000-0000-0000-000000000000}"/>
          </ac:spMkLst>
        </pc:spChg>
        <pc:spChg chg="add mod">
          <ac:chgData name="Александр Гордий" userId="9fe6d0832a913691" providerId="LiveId" clId="{232C1CD2-6426-4DB9-8C01-5619D4C1957C}" dt="2025-12-22T13:17:07.339" v="108" actId="20577"/>
          <ac:spMkLst>
            <pc:docMk/>
            <pc:sldMk cId="3852191090" sldId="256"/>
            <ac:spMk id="8" creationId="{C1389724-9812-42AC-A2E5-78F92B5C2AA9}"/>
          </ac:spMkLst>
        </pc:spChg>
        <pc:picChg chg="add mod">
          <ac:chgData name="Александр Гордий" userId="9fe6d0832a913691" providerId="LiveId" clId="{232C1CD2-6426-4DB9-8C01-5619D4C1957C}" dt="2025-12-22T13:17:59.659" v="116" actId="1076"/>
          <ac:picMkLst>
            <pc:docMk/>
            <pc:sldMk cId="3852191090" sldId="256"/>
            <ac:picMk id="10" creationId="{980CAA3D-B04B-F610-102E-83A6A9793106}"/>
          </ac:picMkLst>
        </pc:picChg>
      </pc:sldChg>
      <pc:sldChg chg="modSp mod">
        <pc:chgData name="Александр Гордий" userId="9fe6d0832a913691" providerId="LiveId" clId="{232C1CD2-6426-4DB9-8C01-5619D4C1957C}" dt="2025-12-22T15:27:54.846" v="2523" actId="20577"/>
        <pc:sldMkLst>
          <pc:docMk/>
          <pc:sldMk cId="3137211215" sldId="260"/>
        </pc:sldMkLst>
        <pc:spChg chg="mod">
          <ac:chgData name="Александр Гордий" userId="9fe6d0832a913691" providerId="LiveId" clId="{232C1CD2-6426-4DB9-8C01-5619D4C1957C}" dt="2025-12-22T15:27:54.846" v="2523" actId="20577"/>
          <ac:spMkLst>
            <pc:docMk/>
            <pc:sldMk cId="3137211215" sldId="260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19:55.368" v="1988" actId="14100"/>
          <ac:spMkLst>
            <pc:docMk/>
            <pc:sldMk cId="3137211215" sldId="260"/>
            <ac:spMk id="10" creationId="{00000000-0000-0000-0000-000000000000}"/>
          </ac:spMkLst>
        </pc:spChg>
      </pc:sldChg>
      <pc:sldChg chg="modSp mod">
        <pc:chgData name="Александр Гордий" userId="9fe6d0832a913691" providerId="LiveId" clId="{232C1CD2-6426-4DB9-8C01-5619D4C1957C}" dt="2025-12-22T15:28:33.847" v="2550" actId="20577"/>
        <pc:sldMkLst>
          <pc:docMk/>
          <pc:sldMk cId="2236745382" sldId="262"/>
        </pc:sldMkLst>
        <pc:spChg chg="mod">
          <ac:chgData name="Александр Гордий" userId="9fe6d0832a913691" providerId="LiveId" clId="{232C1CD2-6426-4DB9-8C01-5619D4C1957C}" dt="2025-12-22T15:28:33.847" v="2550" actId="20577"/>
          <ac:spMkLst>
            <pc:docMk/>
            <pc:sldMk cId="2236745382" sldId="262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20:07.213" v="1995" actId="113"/>
          <ac:spMkLst>
            <pc:docMk/>
            <pc:sldMk cId="2236745382" sldId="262"/>
            <ac:spMk id="10" creationId="{00000000-0000-0000-0000-000000000000}"/>
          </ac:spMkLst>
        </pc:spChg>
      </pc:sldChg>
      <pc:sldChg chg="addSp delSp modSp mod">
        <pc:chgData name="Александр Гордий" userId="9fe6d0832a913691" providerId="LiveId" clId="{232C1CD2-6426-4DB9-8C01-5619D4C1957C}" dt="2025-12-22T15:26:44.311" v="2489" actId="1076"/>
        <pc:sldMkLst>
          <pc:docMk/>
          <pc:sldMk cId="2123271029" sldId="263"/>
        </pc:sldMkLst>
        <pc:spChg chg="del mod">
          <ac:chgData name="Александр Гордий" userId="9fe6d0832a913691" providerId="LiveId" clId="{232C1CD2-6426-4DB9-8C01-5619D4C1957C}" dt="2025-12-22T14:51:10.906" v="1718" actId="478"/>
          <ac:spMkLst>
            <pc:docMk/>
            <pc:sldMk cId="2123271029" sldId="263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20:12.239" v="1998" actId="113"/>
          <ac:spMkLst>
            <pc:docMk/>
            <pc:sldMk cId="2123271029" sldId="263"/>
            <ac:spMk id="10" creationId="{00000000-0000-0000-0000-000000000000}"/>
          </ac:spMkLst>
        </pc:spChg>
        <pc:spChg chg="add mod">
          <ac:chgData name="Александр Гордий" userId="9fe6d0832a913691" providerId="LiveId" clId="{232C1CD2-6426-4DB9-8C01-5619D4C1957C}" dt="2025-12-22T15:21:56.123" v="2130" actId="1076"/>
          <ac:spMkLst>
            <pc:docMk/>
            <pc:sldMk cId="2123271029" sldId="263"/>
            <ac:spMk id="17" creationId="{4CC15887-B3BE-A404-5BF5-C78B1042E9C3}"/>
          </ac:spMkLst>
        </pc:spChg>
        <pc:spChg chg="add mod">
          <ac:chgData name="Александр Гордий" userId="9fe6d0832a913691" providerId="LiveId" clId="{232C1CD2-6426-4DB9-8C01-5619D4C1957C}" dt="2025-12-22T15:21:02.509" v="2009" actId="1076"/>
          <ac:spMkLst>
            <pc:docMk/>
            <pc:sldMk cId="2123271029" sldId="263"/>
            <ac:spMk id="20" creationId="{97E9F3AD-57A3-FCE5-0F56-9A3E4B3415FA}"/>
          </ac:spMkLst>
        </pc:spChg>
        <pc:spChg chg="add mod">
          <ac:chgData name="Александр Гордий" userId="9fe6d0832a913691" providerId="LiveId" clId="{232C1CD2-6426-4DB9-8C01-5619D4C1957C}" dt="2025-12-22T15:23:33.668" v="2459" actId="1076"/>
          <ac:spMkLst>
            <pc:docMk/>
            <pc:sldMk cId="2123271029" sldId="263"/>
            <ac:spMk id="21" creationId="{57EE1CA2-11BB-5945-D03F-5184C0922C86}"/>
          </ac:spMkLst>
        </pc:spChg>
        <pc:picChg chg="add mod">
          <ac:chgData name="Александр Гордий" userId="9fe6d0832a913691" providerId="LiveId" clId="{232C1CD2-6426-4DB9-8C01-5619D4C1957C}" dt="2025-12-22T14:34:35.915" v="1650" actId="1076"/>
          <ac:picMkLst>
            <pc:docMk/>
            <pc:sldMk cId="2123271029" sldId="263"/>
            <ac:picMk id="3" creationId="{70AA1B96-C2EC-5498-9CF0-CA6EA189CE37}"/>
          </ac:picMkLst>
        </pc:picChg>
        <pc:picChg chg="add mod">
          <ac:chgData name="Александр Гордий" userId="9fe6d0832a913691" providerId="LiveId" clId="{232C1CD2-6426-4DB9-8C01-5619D4C1957C}" dt="2025-12-22T14:34:28.472" v="1643" actId="1076"/>
          <ac:picMkLst>
            <pc:docMk/>
            <pc:sldMk cId="2123271029" sldId="263"/>
            <ac:picMk id="6" creationId="{FEB0B362-1DD1-3DE1-5FF5-EEF18C777451}"/>
          </ac:picMkLst>
        </pc:picChg>
        <pc:picChg chg="add mod">
          <ac:chgData name="Александр Гордий" userId="9fe6d0832a913691" providerId="LiveId" clId="{232C1CD2-6426-4DB9-8C01-5619D4C1957C}" dt="2025-12-22T14:34:34.315" v="1649" actId="1076"/>
          <ac:picMkLst>
            <pc:docMk/>
            <pc:sldMk cId="2123271029" sldId="263"/>
            <ac:picMk id="8" creationId="{27EF0178-DFE6-200E-FDD5-1C9C5526A666}"/>
          </ac:picMkLst>
        </pc:picChg>
        <pc:picChg chg="add del mod">
          <ac:chgData name="Александр Гордий" userId="9fe6d0832a913691" providerId="LiveId" clId="{232C1CD2-6426-4DB9-8C01-5619D4C1957C}" dt="2025-12-22T13:34:02.698" v="388" actId="478"/>
          <ac:picMkLst>
            <pc:docMk/>
            <pc:sldMk cId="2123271029" sldId="263"/>
            <ac:picMk id="12" creationId="{FE421DF2-3BEB-0D4E-AF26-9A4A6F9E91FC}"/>
          </ac:picMkLst>
        </pc:picChg>
        <pc:picChg chg="add mod">
          <ac:chgData name="Александр Гордий" userId="9fe6d0832a913691" providerId="LiveId" clId="{232C1CD2-6426-4DB9-8C01-5619D4C1957C}" dt="2025-12-22T14:34:29.525" v="1644" actId="1076"/>
          <ac:picMkLst>
            <pc:docMk/>
            <pc:sldMk cId="2123271029" sldId="263"/>
            <ac:picMk id="14" creationId="{E6EBA7AD-C4BE-965F-B284-1F2EF9C68453}"/>
          </ac:picMkLst>
        </pc:picChg>
        <pc:picChg chg="add mod">
          <ac:chgData name="Александр Гордий" userId="9fe6d0832a913691" providerId="LiveId" clId="{232C1CD2-6426-4DB9-8C01-5619D4C1957C}" dt="2025-12-22T14:34:43.217" v="1652" actId="1076"/>
          <ac:picMkLst>
            <pc:docMk/>
            <pc:sldMk cId="2123271029" sldId="263"/>
            <ac:picMk id="16" creationId="{B9EB163E-19B7-F911-8376-3ABEAE8ACF4C}"/>
          </ac:picMkLst>
        </pc:picChg>
        <pc:picChg chg="add mod">
          <ac:chgData name="Александр Гордий" userId="9fe6d0832a913691" providerId="LiveId" clId="{232C1CD2-6426-4DB9-8C01-5619D4C1957C}" dt="2025-12-22T15:24:09.615" v="2467" actId="1076"/>
          <ac:picMkLst>
            <pc:docMk/>
            <pc:sldMk cId="2123271029" sldId="263"/>
            <ac:picMk id="18" creationId="{16FB22B3-A3BC-B167-6F51-8BE022882699}"/>
          </ac:picMkLst>
        </pc:picChg>
        <pc:picChg chg="add mod">
          <ac:chgData name="Александр Гордий" userId="9fe6d0832a913691" providerId="LiveId" clId="{232C1CD2-6426-4DB9-8C01-5619D4C1957C}" dt="2025-12-22T15:24:10.319" v="2468" actId="1076"/>
          <ac:picMkLst>
            <pc:docMk/>
            <pc:sldMk cId="2123271029" sldId="263"/>
            <ac:picMk id="19" creationId="{42E6F748-69CC-ED25-8A4E-2B85BC84FFD5}"/>
          </ac:picMkLst>
        </pc:picChg>
        <pc:picChg chg="add mod">
          <ac:chgData name="Александр Гордий" userId="9fe6d0832a913691" providerId="LiveId" clId="{232C1CD2-6426-4DB9-8C01-5619D4C1957C}" dt="2025-12-22T15:25:19.128" v="2479" actId="1076"/>
          <ac:picMkLst>
            <pc:docMk/>
            <pc:sldMk cId="2123271029" sldId="263"/>
            <ac:picMk id="23" creationId="{D5B62262-D627-6F55-B0EA-E66EA86DAAE3}"/>
          </ac:picMkLst>
        </pc:picChg>
        <pc:picChg chg="add mod">
          <ac:chgData name="Александр Гордий" userId="9fe6d0832a913691" providerId="LiveId" clId="{232C1CD2-6426-4DB9-8C01-5619D4C1957C}" dt="2025-12-22T15:26:44.311" v="2489" actId="1076"/>
          <ac:picMkLst>
            <pc:docMk/>
            <pc:sldMk cId="2123271029" sldId="263"/>
            <ac:picMk id="25" creationId="{ADAB6CD9-FA5E-0F03-94EA-36E22EF73664}"/>
          </ac:picMkLst>
        </pc:picChg>
        <pc:picChg chg="add mod">
          <ac:chgData name="Александр Гордий" userId="9fe6d0832a913691" providerId="LiveId" clId="{232C1CD2-6426-4DB9-8C01-5619D4C1957C}" dt="2025-12-22T15:26:40.089" v="2488" actId="1076"/>
          <ac:picMkLst>
            <pc:docMk/>
            <pc:sldMk cId="2123271029" sldId="263"/>
            <ac:picMk id="27" creationId="{B05AD08F-2793-5DA7-FA09-230C1BA239FB}"/>
          </ac:picMkLst>
        </pc:picChg>
      </pc:sldChg>
      <pc:sldChg chg="addSp delSp modSp mod">
        <pc:chgData name="Александр Гордий" userId="9fe6d0832a913691" providerId="LiveId" clId="{232C1CD2-6426-4DB9-8C01-5619D4C1957C}" dt="2025-12-22T16:02:29.696" v="3006" actId="1076"/>
        <pc:sldMkLst>
          <pc:docMk/>
          <pc:sldMk cId="682408665" sldId="264"/>
        </pc:sldMkLst>
        <pc:spChg chg="del">
          <ac:chgData name="Александр Гордий" userId="9fe6d0832a913691" providerId="LiveId" clId="{232C1CD2-6426-4DB9-8C01-5619D4C1957C}" dt="2025-12-22T15:29:35.898" v="2627" actId="478"/>
          <ac:spMkLst>
            <pc:docMk/>
            <pc:sldMk cId="682408665" sldId="264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6:02:26.464" v="3005" actId="1076"/>
          <ac:spMkLst>
            <pc:docMk/>
            <pc:sldMk cId="682408665" sldId="264"/>
            <ac:spMk id="10" creationId="{00000000-0000-0000-0000-000000000000}"/>
          </ac:spMkLst>
        </pc:spChg>
        <pc:picChg chg="add mod">
          <ac:chgData name="Александр Гордий" userId="9fe6d0832a913691" providerId="LiveId" clId="{232C1CD2-6426-4DB9-8C01-5619D4C1957C}" dt="2025-12-22T16:02:18.469" v="3000" actId="1076"/>
          <ac:picMkLst>
            <pc:docMk/>
            <pc:sldMk cId="682408665" sldId="264"/>
            <ac:picMk id="3" creationId="{E11950AD-39C2-1DFD-817B-69FD1AAB25F1}"/>
          </ac:picMkLst>
        </pc:picChg>
        <pc:picChg chg="add mod">
          <ac:chgData name="Александр Гордий" userId="9fe6d0832a913691" providerId="LiveId" clId="{232C1CD2-6426-4DB9-8C01-5619D4C1957C}" dt="2025-12-22T16:01:53.952" v="2993" actId="14100"/>
          <ac:picMkLst>
            <pc:docMk/>
            <pc:sldMk cId="682408665" sldId="264"/>
            <ac:picMk id="6" creationId="{9104C4DD-CEDA-EEEB-2952-866436A4A79C}"/>
          </ac:picMkLst>
        </pc:picChg>
        <pc:picChg chg="add mod">
          <ac:chgData name="Александр Гордий" userId="9fe6d0832a913691" providerId="LiveId" clId="{232C1CD2-6426-4DB9-8C01-5619D4C1957C}" dt="2025-12-22T16:01:56.488" v="2995" actId="1076"/>
          <ac:picMkLst>
            <pc:docMk/>
            <pc:sldMk cId="682408665" sldId="264"/>
            <ac:picMk id="8" creationId="{DF545CC8-5481-315C-3B1B-088F4A61064D}"/>
          </ac:picMkLst>
        </pc:picChg>
        <pc:picChg chg="add del mod">
          <ac:chgData name="Александр Гордий" userId="9fe6d0832a913691" providerId="LiveId" clId="{232C1CD2-6426-4DB9-8C01-5619D4C1957C}" dt="2025-12-22T16:01:51.111" v="2992" actId="478"/>
          <ac:picMkLst>
            <pc:docMk/>
            <pc:sldMk cId="682408665" sldId="264"/>
            <ac:picMk id="12" creationId="{FFC80C1A-391A-789E-CDB7-DA98DDFA6EAD}"/>
          </ac:picMkLst>
        </pc:picChg>
        <pc:picChg chg="add mod">
          <ac:chgData name="Александр Гордий" userId="9fe6d0832a913691" providerId="LiveId" clId="{232C1CD2-6426-4DB9-8C01-5619D4C1957C}" dt="2025-12-22T16:02:29.696" v="3006" actId="1076"/>
          <ac:picMkLst>
            <pc:docMk/>
            <pc:sldMk cId="682408665" sldId="264"/>
            <ac:picMk id="13" creationId="{2236E1E2-5F18-112B-9C6B-80EBA24AA9DB}"/>
          </ac:picMkLst>
        </pc:picChg>
      </pc:sldChg>
      <pc:sldChg chg="addSp delSp modSp mod">
        <pc:chgData name="Александр Гордий" userId="9fe6d0832a913691" providerId="LiveId" clId="{232C1CD2-6426-4DB9-8C01-5619D4C1957C}" dt="2025-12-22T15:32:50.817" v="2925" actId="1076"/>
        <pc:sldMkLst>
          <pc:docMk/>
          <pc:sldMk cId="1107917260" sldId="265"/>
        </pc:sldMkLst>
        <pc:spChg chg="add mod">
          <ac:chgData name="Александр Гордий" userId="9fe6d0832a913691" providerId="LiveId" clId="{232C1CD2-6426-4DB9-8C01-5619D4C1957C}" dt="2025-12-22T15:32:25.009" v="2921" actId="1076"/>
          <ac:spMkLst>
            <pc:docMk/>
            <pc:sldMk cId="1107917260" sldId="265"/>
            <ac:spMk id="7" creationId="{DB9C8AEF-CAA3-D49A-FC23-4198DB40600D}"/>
          </ac:spMkLst>
        </pc:spChg>
        <pc:spChg chg="add mod">
          <ac:chgData name="Александр Гордий" userId="9fe6d0832a913691" providerId="LiveId" clId="{232C1CD2-6426-4DB9-8C01-5619D4C1957C}" dt="2025-12-22T15:31:49.918" v="2845" actId="1076"/>
          <ac:spMkLst>
            <pc:docMk/>
            <pc:sldMk cId="1107917260" sldId="265"/>
            <ac:spMk id="8" creationId="{03D9A186-9915-07CC-FD5C-CF520E1AAB12}"/>
          </ac:spMkLst>
        </pc:spChg>
        <pc:spChg chg="del mod">
          <ac:chgData name="Александр Гордий" userId="9fe6d0832a913691" providerId="LiveId" clId="{232C1CD2-6426-4DB9-8C01-5619D4C1957C}" dt="2025-12-22T15:29:44.175" v="2631" actId="478"/>
          <ac:spMkLst>
            <pc:docMk/>
            <pc:sldMk cId="1107917260" sldId="265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32:50.817" v="2925" actId="1076"/>
          <ac:spMkLst>
            <pc:docMk/>
            <pc:sldMk cId="1107917260" sldId="265"/>
            <ac:spMk id="10" creationId="{00000000-0000-0000-0000-000000000000}"/>
          </ac:spMkLst>
        </pc:spChg>
        <pc:picChg chg="add mod">
          <ac:chgData name="Александр Гордий" userId="9fe6d0832a913691" providerId="LiveId" clId="{232C1CD2-6426-4DB9-8C01-5619D4C1957C}" dt="2025-12-22T15:30:10.565" v="2637" actId="1076"/>
          <ac:picMkLst>
            <pc:docMk/>
            <pc:sldMk cId="1107917260" sldId="265"/>
            <ac:picMk id="3" creationId="{12CDFA78-6C51-D545-D33B-6768183F6D2A}"/>
          </ac:picMkLst>
        </pc:picChg>
        <pc:picChg chg="add mod">
          <ac:chgData name="Александр Гордий" userId="9fe6d0832a913691" providerId="LiveId" clId="{232C1CD2-6426-4DB9-8C01-5619D4C1957C}" dt="2025-12-22T15:30:39.619" v="2647" actId="14100"/>
          <ac:picMkLst>
            <pc:docMk/>
            <pc:sldMk cId="1107917260" sldId="265"/>
            <ac:picMk id="6" creationId="{F82EF3EC-FC2D-9950-61B9-2E8596AD8C35}"/>
          </ac:picMkLst>
        </pc:picChg>
      </pc:sldChg>
      <pc:sldChg chg="modSp mod">
        <pc:chgData name="Александр Гордий" userId="9fe6d0832a913691" providerId="LiveId" clId="{232C1CD2-6426-4DB9-8C01-5619D4C1957C}" dt="2025-12-22T15:20:29.448" v="2003" actId="113"/>
        <pc:sldMkLst>
          <pc:docMk/>
          <pc:sldMk cId="2481938820" sldId="266"/>
        </pc:sldMkLst>
        <pc:spChg chg="mod">
          <ac:chgData name="Александр Гордий" userId="9fe6d0832a913691" providerId="LiveId" clId="{232C1CD2-6426-4DB9-8C01-5619D4C1957C}" dt="2025-12-22T15:17:01.629" v="1965" actId="1076"/>
          <ac:spMkLst>
            <pc:docMk/>
            <pc:sldMk cId="2481938820" sldId="266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20:29.448" v="2003" actId="113"/>
          <ac:spMkLst>
            <pc:docMk/>
            <pc:sldMk cId="2481938820" sldId="266"/>
            <ac:spMk id="10" creationId="{00000000-0000-0000-0000-000000000000}"/>
          </ac:spMkLst>
        </pc:spChg>
      </pc:sldChg>
      <pc:sldChg chg="addSp delSp modSp mod">
        <pc:chgData name="Александр Гордий" userId="9fe6d0832a913691" providerId="LiveId" clId="{232C1CD2-6426-4DB9-8C01-5619D4C1957C}" dt="2025-12-22T15:20:31.496" v="2004" actId="113"/>
        <pc:sldMkLst>
          <pc:docMk/>
          <pc:sldMk cId="3706709511" sldId="267"/>
        </pc:sldMkLst>
        <pc:spChg chg="mod">
          <ac:chgData name="Александр Гордий" userId="9fe6d0832a913691" providerId="LiveId" clId="{232C1CD2-6426-4DB9-8C01-5619D4C1957C}" dt="2025-12-22T14:15:15.903" v="414" actId="14100"/>
          <ac:spMkLst>
            <pc:docMk/>
            <pc:sldMk cId="3706709511" sldId="267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20:31.496" v="2004" actId="113"/>
          <ac:spMkLst>
            <pc:docMk/>
            <pc:sldMk cId="3706709511" sldId="267"/>
            <ac:spMk id="10" creationId="{00000000-0000-0000-0000-000000000000}"/>
          </ac:spMkLst>
        </pc:spChg>
        <pc:picChg chg="del mod">
          <ac:chgData name="Александр Гордий" userId="9fe6d0832a913691" providerId="LiveId" clId="{232C1CD2-6426-4DB9-8C01-5619D4C1957C}" dt="2025-12-22T14:15:20.578" v="418" actId="478"/>
          <ac:picMkLst>
            <pc:docMk/>
            <pc:sldMk cId="3706709511" sldId="267"/>
            <ac:picMk id="3" creationId="{00000000-0000-0000-0000-000000000000}"/>
          </ac:picMkLst>
        </pc:picChg>
        <pc:picChg chg="add mod">
          <ac:chgData name="Александр Гордий" userId="9fe6d0832a913691" providerId="LiveId" clId="{232C1CD2-6426-4DB9-8C01-5619D4C1957C}" dt="2025-12-22T14:19:45.531" v="440" actId="1076"/>
          <ac:picMkLst>
            <pc:docMk/>
            <pc:sldMk cId="3706709511" sldId="267"/>
            <ac:picMk id="4" creationId="{FED455DD-593D-A50A-8879-A0FF56D285D2}"/>
          </ac:picMkLst>
        </pc:picChg>
        <pc:picChg chg="add mod">
          <ac:chgData name="Александр Гордий" userId="9fe6d0832a913691" providerId="LiveId" clId="{232C1CD2-6426-4DB9-8C01-5619D4C1957C}" dt="2025-12-22T14:19:48.019" v="442" actId="14100"/>
          <ac:picMkLst>
            <pc:docMk/>
            <pc:sldMk cId="3706709511" sldId="267"/>
            <ac:picMk id="7" creationId="{33B16ADC-0F29-44EB-3744-F50C0E3A10A9}"/>
          </ac:picMkLst>
        </pc:picChg>
        <pc:picChg chg="add del mod">
          <ac:chgData name="Александр Гордий" userId="9fe6d0832a913691" providerId="LiveId" clId="{232C1CD2-6426-4DB9-8C01-5619D4C1957C}" dt="2025-12-22T14:23:13.094" v="452" actId="478"/>
          <ac:picMkLst>
            <pc:docMk/>
            <pc:sldMk cId="3706709511" sldId="267"/>
            <ac:picMk id="11" creationId="{A512BE0D-AE71-3967-2F6A-8EB88CE85832}"/>
          </ac:picMkLst>
        </pc:picChg>
        <pc:picChg chg="add mod">
          <ac:chgData name="Александр Гордий" userId="9fe6d0832a913691" providerId="LiveId" clId="{232C1CD2-6426-4DB9-8C01-5619D4C1957C}" dt="2025-12-22T14:24:16.196" v="471" actId="1076"/>
          <ac:picMkLst>
            <pc:docMk/>
            <pc:sldMk cId="3706709511" sldId="267"/>
            <ac:picMk id="13" creationId="{A0FD565D-70A3-73D0-3F4D-029A332D2AE9}"/>
          </ac:picMkLst>
        </pc:picChg>
      </pc:sldChg>
      <pc:sldChg chg="addSp delSp modSp mod">
        <pc:chgData name="Александр Гордий" userId="9fe6d0832a913691" providerId="LiveId" clId="{232C1CD2-6426-4DB9-8C01-5619D4C1957C}" dt="2025-12-22T15:37:17.878" v="2941" actId="20577"/>
        <pc:sldMkLst>
          <pc:docMk/>
          <pc:sldMk cId="381987693" sldId="268"/>
        </pc:sldMkLst>
        <pc:spChg chg="mod">
          <ac:chgData name="Александр Гордий" userId="9fe6d0832a913691" providerId="LiveId" clId="{232C1CD2-6426-4DB9-8C01-5619D4C1957C}" dt="2025-12-22T14:40:33.356" v="1706" actId="1076"/>
          <ac:spMkLst>
            <pc:docMk/>
            <pc:sldMk cId="381987693" sldId="268"/>
            <ac:spMk id="5" creationId="{00000000-0000-0000-0000-000000000000}"/>
          </ac:spMkLst>
        </pc:spChg>
        <pc:spChg chg="add mod">
          <ac:chgData name="Александр Гордий" userId="9fe6d0832a913691" providerId="LiveId" clId="{232C1CD2-6426-4DB9-8C01-5619D4C1957C}" dt="2025-12-22T15:37:11.257" v="2937" actId="20577"/>
          <ac:spMkLst>
            <pc:docMk/>
            <pc:sldMk cId="381987693" sldId="268"/>
            <ac:spMk id="7" creationId="{563CDB21-E1AC-2DC6-6BD9-0146E89FE702}"/>
          </ac:spMkLst>
        </pc:spChg>
        <pc:spChg chg="mod">
          <ac:chgData name="Александр Гордий" userId="9fe6d0832a913691" providerId="LiveId" clId="{232C1CD2-6426-4DB9-8C01-5619D4C1957C}" dt="2025-12-22T14:32:25.032" v="1614" actId="20577"/>
          <ac:spMkLst>
            <pc:docMk/>
            <pc:sldMk cId="381987693" sldId="268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20:33.502" v="2005" actId="113"/>
          <ac:spMkLst>
            <pc:docMk/>
            <pc:sldMk cId="381987693" sldId="268"/>
            <ac:spMk id="10" creationId="{00000000-0000-0000-0000-000000000000}"/>
          </ac:spMkLst>
        </pc:spChg>
        <pc:spChg chg="add mod">
          <ac:chgData name="Александр Гордий" userId="9fe6d0832a913691" providerId="LiveId" clId="{232C1CD2-6426-4DB9-8C01-5619D4C1957C}" dt="2025-12-22T15:37:14.294" v="2939" actId="20577"/>
          <ac:spMkLst>
            <pc:docMk/>
            <pc:sldMk cId="381987693" sldId="268"/>
            <ac:spMk id="14" creationId="{629BA48C-8C76-C5E8-A969-D801B1553F35}"/>
          </ac:spMkLst>
        </pc:spChg>
        <pc:spChg chg="add del mod">
          <ac:chgData name="Александр Гордий" userId="9fe6d0832a913691" providerId="LiveId" clId="{232C1CD2-6426-4DB9-8C01-5619D4C1957C}" dt="2025-12-22T14:39:06.146" v="1672" actId="478"/>
          <ac:spMkLst>
            <pc:docMk/>
            <pc:sldMk cId="381987693" sldId="268"/>
            <ac:spMk id="15" creationId="{EF1E05A4-51A4-9356-4426-12E481F92136}"/>
          </ac:spMkLst>
        </pc:spChg>
        <pc:spChg chg="add mod">
          <ac:chgData name="Александр Гордий" userId="9fe6d0832a913691" providerId="LiveId" clId="{232C1CD2-6426-4DB9-8C01-5619D4C1957C}" dt="2025-12-22T15:37:17.878" v="2941" actId="20577"/>
          <ac:spMkLst>
            <pc:docMk/>
            <pc:sldMk cId="381987693" sldId="268"/>
            <ac:spMk id="20" creationId="{E1D857ED-5471-E690-461B-DB0C48B4877D}"/>
          </ac:spMkLst>
        </pc:spChg>
        <pc:picChg chg="add mod">
          <ac:chgData name="Александр Гордий" userId="9fe6d0832a913691" providerId="LiveId" clId="{232C1CD2-6426-4DB9-8C01-5619D4C1957C}" dt="2025-12-22T14:32:10.453" v="1586" actId="1076"/>
          <ac:picMkLst>
            <pc:docMk/>
            <pc:sldMk cId="381987693" sldId="268"/>
            <ac:picMk id="3" creationId="{513CF7A3-A0BA-4513-0288-938A66C00F80}"/>
          </ac:picMkLst>
        </pc:picChg>
        <pc:picChg chg="add mod">
          <ac:chgData name="Александр Гордий" userId="9fe6d0832a913691" providerId="LiveId" clId="{232C1CD2-6426-4DB9-8C01-5619D4C1957C}" dt="2025-12-22T14:32:08.065" v="1583" actId="1076"/>
          <ac:picMkLst>
            <pc:docMk/>
            <pc:sldMk cId="381987693" sldId="268"/>
            <ac:picMk id="6" creationId="{9363F82E-F411-A7D9-042B-9E59B68E06FE}"/>
          </ac:picMkLst>
        </pc:picChg>
        <pc:picChg chg="add del mod">
          <ac:chgData name="Александр Гордий" userId="9fe6d0832a913691" providerId="LiveId" clId="{232C1CD2-6426-4DB9-8C01-5619D4C1957C}" dt="2025-12-22T14:37:29.118" v="1660" actId="478"/>
          <ac:picMkLst>
            <pc:docMk/>
            <pc:sldMk cId="381987693" sldId="268"/>
            <ac:picMk id="11" creationId="{4FF2D176-5248-97DC-831B-309CBE091182}"/>
          </ac:picMkLst>
        </pc:picChg>
        <pc:picChg chg="add mod">
          <ac:chgData name="Александр Гордий" userId="9fe6d0832a913691" providerId="LiveId" clId="{232C1CD2-6426-4DB9-8C01-5619D4C1957C}" dt="2025-12-22T14:38:21.216" v="1666" actId="1076"/>
          <ac:picMkLst>
            <pc:docMk/>
            <pc:sldMk cId="381987693" sldId="268"/>
            <ac:picMk id="13" creationId="{1174025C-79F7-5966-65B4-3BCF94E795AF}"/>
          </ac:picMkLst>
        </pc:picChg>
        <pc:picChg chg="add mod">
          <ac:chgData name="Александр Гордий" userId="9fe6d0832a913691" providerId="LiveId" clId="{232C1CD2-6426-4DB9-8C01-5619D4C1957C}" dt="2025-12-22T14:40:24.019" v="1700" actId="1076"/>
          <ac:picMkLst>
            <pc:docMk/>
            <pc:sldMk cId="381987693" sldId="268"/>
            <ac:picMk id="17" creationId="{4DD20C60-9195-8A77-0385-764BF0F0F13A}"/>
          </ac:picMkLst>
        </pc:picChg>
        <pc:picChg chg="add mod">
          <ac:chgData name="Александр Гордий" userId="9fe6d0832a913691" providerId="LiveId" clId="{232C1CD2-6426-4DB9-8C01-5619D4C1957C}" dt="2025-12-22T14:40:23.020" v="1699" actId="1076"/>
          <ac:picMkLst>
            <pc:docMk/>
            <pc:sldMk cId="381987693" sldId="268"/>
            <ac:picMk id="19" creationId="{190E7812-E9D0-C5E4-D22C-A1B1438DA9C3}"/>
          </ac:picMkLst>
        </pc:picChg>
      </pc:sldChg>
      <pc:sldChg chg="addSp delSp modSp add mod">
        <pc:chgData name="Александр Гордий" userId="9fe6d0832a913691" providerId="LiveId" clId="{232C1CD2-6426-4DB9-8C01-5619D4C1957C}" dt="2025-12-22T16:15:48.188" v="3038" actId="1076"/>
        <pc:sldMkLst>
          <pc:docMk/>
          <pc:sldMk cId="3348278551" sldId="269"/>
        </pc:sldMkLst>
        <pc:spChg chg="del">
          <ac:chgData name="Александр Гордий" userId="9fe6d0832a913691" providerId="LiveId" clId="{232C1CD2-6426-4DB9-8C01-5619D4C1957C}" dt="2025-12-22T15:29:37.291" v="2628" actId="478"/>
          <ac:spMkLst>
            <pc:docMk/>
            <pc:sldMk cId="3348278551" sldId="269"/>
            <ac:spMk id="9" creationId="{00000000-0000-0000-0000-000000000000}"/>
          </ac:spMkLst>
        </pc:spChg>
        <pc:spChg chg="mod">
          <ac:chgData name="Александр Гордий" userId="9fe6d0832a913691" providerId="LiveId" clId="{232C1CD2-6426-4DB9-8C01-5619D4C1957C}" dt="2025-12-22T15:37:59.595" v="2944" actId="1076"/>
          <ac:spMkLst>
            <pc:docMk/>
            <pc:sldMk cId="3348278551" sldId="269"/>
            <ac:spMk id="10" creationId="{00000000-0000-0000-0000-000000000000}"/>
          </ac:spMkLst>
        </pc:spChg>
        <pc:picChg chg="add del mod">
          <ac:chgData name="Александр Гордий" userId="9fe6d0832a913691" providerId="LiveId" clId="{232C1CD2-6426-4DB9-8C01-5619D4C1957C}" dt="2025-12-22T16:02:14.460" v="2998" actId="478"/>
          <ac:picMkLst>
            <pc:docMk/>
            <pc:sldMk cId="3348278551" sldId="269"/>
            <ac:picMk id="2" creationId="{00BFF0B1-E487-1E71-C3D8-5B6F6EEBD0BF}"/>
          </ac:picMkLst>
        </pc:picChg>
        <pc:picChg chg="add mod">
          <ac:chgData name="Александр Гордий" userId="9fe6d0832a913691" providerId="LiveId" clId="{232C1CD2-6426-4DB9-8C01-5619D4C1957C}" dt="2025-12-22T16:07:43.761" v="3010" actId="1076"/>
          <ac:picMkLst>
            <pc:docMk/>
            <pc:sldMk cId="3348278551" sldId="269"/>
            <ac:picMk id="4" creationId="{968E36ED-DE37-B583-DDC3-907CAF7ACD95}"/>
          </ac:picMkLst>
        </pc:picChg>
        <pc:picChg chg="add mod">
          <ac:chgData name="Александр Гордий" userId="9fe6d0832a913691" providerId="LiveId" clId="{232C1CD2-6426-4DB9-8C01-5619D4C1957C}" dt="2025-12-22T16:15:28.311" v="3023" actId="1076"/>
          <ac:picMkLst>
            <pc:docMk/>
            <pc:sldMk cId="3348278551" sldId="269"/>
            <ac:picMk id="7" creationId="{303EBEF0-81D7-632C-D222-BE12AA23B4E1}"/>
          </ac:picMkLst>
        </pc:picChg>
        <pc:picChg chg="add mod">
          <ac:chgData name="Александр Гордий" userId="9fe6d0832a913691" providerId="LiveId" clId="{232C1CD2-6426-4DB9-8C01-5619D4C1957C}" dt="2025-12-22T16:15:48.188" v="3038" actId="1076"/>
          <ac:picMkLst>
            <pc:docMk/>
            <pc:sldMk cId="3348278551" sldId="269"/>
            <ac:picMk id="11" creationId="{EDFE25DE-9DEF-32DA-8E86-9061412E9F47}"/>
          </ac:picMkLst>
        </pc:picChg>
      </pc:sldChg>
      <pc:sldChg chg="addSp delSp modSp add mod">
        <pc:chgData name="Александр Гордий" userId="9fe6d0832a913691" providerId="LiveId" clId="{232C1CD2-6426-4DB9-8C01-5619D4C1957C}" dt="2025-12-22T16:23:15.916" v="3112" actId="1076"/>
        <pc:sldMkLst>
          <pc:docMk/>
          <pc:sldMk cId="2735988251" sldId="270"/>
        </pc:sldMkLst>
        <pc:spChg chg="mod">
          <ac:chgData name="Александр Гордий" userId="9fe6d0832a913691" providerId="LiveId" clId="{232C1CD2-6426-4DB9-8C01-5619D4C1957C}" dt="2025-12-22T16:21:03.008" v="3095" actId="20577"/>
          <ac:spMkLst>
            <pc:docMk/>
            <pc:sldMk cId="2735988251" sldId="270"/>
            <ac:spMk id="10" creationId="{00000000-0000-0000-0000-000000000000}"/>
          </ac:spMkLst>
        </pc:spChg>
        <pc:picChg chg="add mod">
          <ac:chgData name="Александр Гордий" userId="9fe6d0832a913691" providerId="LiveId" clId="{232C1CD2-6426-4DB9-8C01-5619D4C1957C}" dt="2025-12-22T16:21:21.523" v="3106" actId="14100"/>
          <ac:picMkLst>
            <pc:docMk/>
            <pc:sldMk cId="2735988251" sldId="270"/>
            <ac:picMk id="3" creationId="{8B1917F5-5436-5204-407B-95F4BE08423D}"/>
          </ac:picMkLst>
        </pc:picChg>
        <pc:picChg chg="del">
          <ac:chgData name="Александр Гордий" userId="9fe6d0832a913691" providerId="LiveId" clId="{232C1CD2-6426-4DB9-8C01-5619D4C1957C}" dt="2025-12-22T16:21:05.403" v="3098" actId="478"/>
          <ac:picMkLst>
            <pc:docMk/>
            <pc:sldMk cId="2735988251" sldId="270"/>
            <ac:picMk id="4" creationId="{968E36ED-DE37-B583-DDC3-907CAF7ACD95}"/>
          </ac:picMkLst>
        </pc:picChg>
        <pc:picChg chg="del">
          <ac:chgData name="Александр Гордий" userId="9fe6d0832a913691" providerId="LiveId" clId="{232C1CD2-6426-4DB9-8C01-5619D4C1957C}" dt="2025-12-22T16:21:04.708" v="3096" actId="478"/>
          <ac:picMkLst>
            <pc:docMk/>
            <pc:sldMk cId="2735988251" sldId="270"/>
            <ac:picMk id="7" creationId="{303EBEF0-81D7-632C-D222-BE12AA23B4E1}"/>
          </ac:picMkLst>
        </pc:picChg>
        <pc:picChg chg="add mod">
          <ac:chgData name="Александр Гордий" userId="9fe6d0832a913691" providerId="LiveId" clId="{232C1CD2-6426-4DB9-8C01-5619D4C1957C}" dt="2025-12-22T16:23:15.916" v="3112" actId="1076"/>
          <ac:picMkLst>
            <pc:docMk/>
            <pc:sldMk cId="2735988251" sldId="270"/>
            <ac:picMk id="8" creationId="{0567F4A5-9C49-1774-543C-A39D65D8CCF3}"/>
          </ac:picMkLst>
        </pc:picChg>
        <pc:picChg chg="del">
          <ac:chgData name="Александр Гордий" userId="9fe6d0832a913691" providerId="LiveId" clId="{232C1CD2-6426-4DB9-8C01-5619D4C1957C}" dt="2025-12-22T16:21:05.097" v="3097" actId="478"/>
          <ac:picMkLst>
            <pc:docMk/>
            <pc:sldMk cId="2735988251" sldId="270"/>
            <ac:picMk id="11" creationId="{EDFE25DE-9DEF-32DA-8E86-9061412E9F4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FD72-BEE3-4B36-BDAF-434BB0582D76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9E6E3-4B96-40E1-A3F2-0BC660D169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34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FFF36-A51F-42B5-8BF7-5CECEBC3874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197C-45EA-4991-BCAF-46CA0E13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52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05CE-243A-47C1-8DB1-9A6E378791E7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CE224-C3D8-4D88-9DF6-58F3C7C5AA41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4412" y="6372252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9F21396-111B-4B5C-B7E2-582932F279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49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5447E-1068-458B-8362-46BCBA0640B4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5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D374-2EB1-4196-929E-A2BACBBA08A2}" type="datetime1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7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355F-0C64-4453-B3FB-77A48E4EF93A}" type="datetime1">
              <a:rPr lang="ru-RU" smtClean="0"/>
              <a:t>22.12.2025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0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994E-17F5-4CDE-B765-8710874C03DF}" type="datetime1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D9E5-DE92-446D-BC1F-6C911F207B24}" type="datetime1">
              <a:rPr lang="ru-RU" smtClean="0"/>
              <a:t>22.12.2025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B3AF-467A-4FEB-9259-A7AB24DE6FA7}" type="datetime1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5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FB00D-B3BE-4DAA-A145-51B3F335876C}" type="datetime1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3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CA9B0-20F8-479F-A5F8-8A5D250D8F75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4719-4079-4DF6-96DA-61EF4F73D2C0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1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734C-3681-4A5B-B57D-42B6698DA4C5}" type="datetime1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1396-111B-4B5C-B7E2-582932F27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44163140"/>
              </p:ext>
            </p:extLst>
          </p:nvPr>
        </p:nvGraphicFramePr>
        <p:xfrm>
          <a:off x="444731" y="201613"/>
          <a:ext cx="13890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4" imgW="1388271" imgH="1117604" progId="CorelDraw.Graphic.21">
                  <p:embed/>
                </p:oleObj>
              </mc:Choice>
              <mc:Fallback>
                <p:oleObj name="CorelDRAW" r:id="rId14" imgW="1388271" imgH="1117604" progId="CorelDraw.Graphic.21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4731" y="201613"/>
                        <a:ext cx="1389063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26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oqqppqoppqppq-rgb/Project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jEaMA7z5Skl12XNSNvfPK2lrUGGHNpVb?usp=sharing" TargetMode="External"/><Relationship Id="rId2" Type="http://schemas.openxmlformats.org/officeDocument/2006/relationships/hyperlink" Target="https://drive.google.com/file/d/1MW8ijyISlIgqIvund0x7Ze0pWrDdOhV_/view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6326" y="2044037"/>
            <a:ext cx="52793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40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3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Valdes Su Villa</a:t>
            </a:r>
            <a:endParaRPr lang="ru-RU" sz="3200" b="1" i="1" dirty="0"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0" y="6450676"/>
            <a:ext cx="889462" cy="270799"/>
          </a:xfrm>
        </p:spPr>
        <p:txBody>
          <a:bodyPr/>
          <a:lstStyle/>
          <a:p>
            <a:fld id="{29F21396-111B-4B5C-B7E2-582932F279F0}" type="slidenum">
              <a:rPr lang="ru-RU" smtClean="0"/>
              <a:t>1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864436" y="4193248"/>
            <a:ext cx="2041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/>
              <a:t>Гордий Александр Иванович</a:t>
            </a:r>
          </a:p>
          <a:p>
            <a:pPr algn="r"/>
            <a:r>
              <a:rPr lang="ru-RU" b="1" i="0" dirty="0" err="1">
                <a:solidFill>
                  <a:srgbClr val="212529"/>
                </a:solidFill>
                <a:effectLst/>
                <a:latin typeface="-apple-system"/>
              </a:rPr>
              <a:t>Дияров</a:t>
            </a:r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 Михаил Алексеевич</a:t>
            </a:r>
          </a:p>
          <a:p>
            <a:pPr algn="r"/>
            <a:endParaRPr lang="en-US" b="1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r"/>
            <a:r>
              <a:rPr lang="ru-RU" b="1" dirty="0">
                <a:solidFill>
                  <a:srgbClr val="212529"/>
                </a:solidFill>
                <a:latin typeface="-apple-system"/>
              </a:rPr>
              <a:t>АСУ(б)-25-1</a:t>
            </a:r>
            <a:endParaRPr lang="en-US" b="1" dirty="0">
              <a:solidFill>
                <a:srgbClr val="212529"/>
              </a:solidFill>
              <a:latin typeface="-apple-syste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47854" y="5947574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Иркутск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89724-9812-42AC-A2E5-78F92B5C2AA9}"/>
              </a:ext>
            </a:extLst>
          </p:cNvPr>
          <p:cNvSpPr txBox="1"/>
          <p:nvPr/>
        </p:nvSpPr>
        <p:spPr>
          <a:xfrm>
            <a:off x="7287491" y="1582372"/>
            <a:ext cx="4904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https://github.com/oqqppqoppqppq-rgb/Project1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0CAA3D-B04B-F610-102E-83A6A9793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435" y="2044037"/>
            <a:ext cx="2041237" cy="204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9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2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60363" y="1800346"/>
            <a:ext cx="10353964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/>
              <a:t>Игра предлагает игроку уникальный геймплей, созданный по мотивам игр </a:t>
            </a:r>
            <a:r>
              <a:rPr lang="en-US" sz="1900" dirty="0"/>
              <a:t>Tiny Room Stories </a:t>
            </a:r>
            <a:r>
              <a:rPr lang="ru-RU" sz="1900" dirty="0"/>
              <a:t>и вдохновлена пазлами из игр серии </a:t>
            </a:r>
            <a:r>
              <a:rPr lang="en-US" sz="1900" dirty="0"/>
              <a:t>Escape Memoirs</a:t>
            </a:r>
            <a:r>
              <a:rPr lang="ru-RU" sz="1900" dirty="0"/>
              <a:t>. Мы соединяем атмосферные 3D-миры со сложными механиками пазлов в духе </a:t>
            </a:r>
            <a:r>
              <a:rPr lang="ru-RU" sz="1900" dirty="0" err="1"/>
              <a:t>escape</a:t>
            </a:r>
            <a:r>
              <a:rPr lang="ru-RU" sz="1900" dirty="0"/>
              <a:t>-игр (</a:t>
            </a:r>
            <a:r>
              <a:rPr lang="ru-RU" sz="1900" b="1" dirty="0"/>
              <a:t>не является копией этих игр, из них взяты лишь идеи</a:t>
            </a:r>
            <a:r>
              <a:rPr lang="ru-RU" sz="1900" dirty="0"/>
              <a:t>).</a:t>
            </a:r>
          </a:p>
          <a:p>
            <a:endParaRPr lang="ru-RU" sz="1900" b="1" dirty="0"/>
          </a:p>
          <a:p>
            <a:r>
              <a:rPr lang="ru-RU" sz="1900" b="1" dirty="0"/>
              <a:t>Практический опыт полного цикла разработки</a:t>
            </a:r>
            <a:br>
              <a:rPr lang="ru-RU" sz="1900" dirty="0"/>
            </a:br>
            <a:r>
              <a:rPr lang="ru-RU" sz="1900" dirty="0"/>
              <a:t>Проект даёт команде опыт создания игры от идеи до релиза. Это комплексное решение для обучения </a:t>
            </a:r>
            <a:r>
              <a:rPr lang="ru-RU" sz="1900" dirty="0" err="1"/>
              <a:t>геймдейву</a:t>
            </a:r>
            <a:r>
              <a:rPr lang="ru-RU" sz="1900" dirty="0"/>
              <a:t> через реальную практику в </a:t>
            </a:r>
            <a:r>
              <a:rPr lang="ru-RU" sz="1900" dirty="0" err="1"/>
              <a:t>Unity</a:t>
            </a:r>
            <a:r>
              <a:rPr lang="ru-RU" sz="1900" dirty="0"/>
              <a:t> и C#.</a:t>
            </a:r>
          </a:p>
          <a:p>
            <a:endParaRPr lang="ru-RU" sz="1900" dirty="0"/>
          </a:p>
          <a:p>
            <a:r>
              <a:rPr lang="ru-RU" sz="1900" b="1" dirty="0"/>
              <a:t>Проблема</a:t>
            </a:r>
            <a:r>
              <a:rPr lang="en-US" sz="1900" dirty="0"/>
              <a:t>: </a:t>
            </a:r>
            <a:r>
              <a:rPr lang="ru-RU" sz="2000" dirty="0"/>
              <a:t>Современный игрок хочет не просто развлечение, а интеллектуальное погружение</a:t>
            </a:r>
            <a:r>
              <a:rPr lang="en-US" sz="2000" dirty="0"/>
              <a:t> - </a:t>
            </a:r>
            <a:r>
              <a:rPr lang="ru-RU" sz="2000" dirty="0"/>
              <a:t>детективную историю, где он сам раскрывает тайны через решение головоломок.</a:t>
            </a:r>
            <a:endParaRPr lang="ru-RU" sz="1900" dirty="0"/>
          </a:p>
        </p:txBody>
      </p:sp>
      <p:sp>
        <p:nvSpPr>
          <p:cNvPr id="10" name="TextBox 9"/>
          <p:cNvSpPr txBox="1"/>
          <p:nvPr/>
        </p:nvSpPr>
        <p:spPr>
          <a:xfrm>
            <a:off x="2013526" y="942109"/>
            <a:ext cx="3030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13721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3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95927" y="1997839"/>
            <a:ext cx="10400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Атмосферный 3D-квест, где каждая загадка виллы XVIII века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Автоматизированные системы разработки позволяют создавать качественный контент даже небольшой командой, фокусируясь на геймплее, а не на рутине.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Все параметры игровых объектов настраиваются прямо в </a:t>
            </a:r>
            <a:r>
              <a:rPr lang="ru-RU" dirty="0" err="1"/>
              <a:t>Unity</a:t>
            </a:r>
            <a:r>
              <a:rPr lang="ru-RU" dirty="0"/>
              <a:t> Editor. Это ускоряет итерации и позволяет дизайнерам работать без погружения в код.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860" y="863450"/>
            <a:ext cx="579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Предлагаемое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223674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4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141344" y="725066"/>
            <a:ext cx="728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Используемый стек технологий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AA1B96-C2EC-5498-9CF0-CA6EA189C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9745" y="4542513"/>
            <a:ext cx="2472748" cy="24727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B0B362-1DD1-3DE1-5FF5-EEF18C777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758" y="22824"/>
            <a:ext cx="1580257" cy="1580257"/>
          </a:xfrm>
          <a:prstGeom prst="rect">
            <a:avLst/>
          </a:prstGeom>
        </p:spPr>
      </p:pic>
      <p:pic>
        <p:nvPicPr>
          <p:cNvPr id="8" name="Рисунок 7" descr="Изображение выглядит как Шрифт, Графика, символ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7EF0178-DFE6-200E-FDD5-1C9C5526A6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758" y="3139485"/>
            <a:ext cx="1621270" cy="162127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Шрифт, Графика, снимок экрана, черный">
            <a:extLst>
              <a:ext uri="{FF2B5EF4-FFF2-40B4-BE49-F238E27FC236}">
                <a16:creationId xmlns:a16="http://schemas.microsoft.com/office/drawing/2014/main" id="{E6EBA7AD-C4BE-965F-B284-1F2EF9C68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697" y="1649281"/>
            <a:ext cx="4304145" cy="156529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круг, Графика, графический дизайн, снимок экрана">
            <a:extLst>
              <a:ext uri="{FF2B5EF4-FFF2-40B4-BE49-F238E27FC236}">
                <a16:creationId xmlns:a16="http://schemas.microsoft.com/office/drawing/2014/main" id="{B9EB163E-19B7-F911-8376-3ABEAE8ACF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593" y="3882814"/>
            <a:ext cx="1621270" cy="13259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C15887-B3BE-A404-5BF5-C78B1042E9C3}"/>
              </a:ext>
            </a:extLst>
          </p:cNvPr>
          <p:cNvSpPr txBox="1"/>
          <p:nvPr/>
        </p:nvSpPr>
        <p:spPr>
          <a:xfrm>
            <a:off x="2810799" y="3260778"/>
            <a:ext cx="5375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Visual Studio Code </a:t>
            </a:r>
            <a:r>
              <a:rPr lang="en-US" dirty="0"/>
              <a:t>– </a:t>
            </a:r>
            <a:r>
              <a:rPr lang="ru-RU" dirty="0"/>
              <a:t>Реализация программного кода, склейка сцен, реализация пазлов и </a:t>
            </a:r>
            <a:r>
              <a:rPr lang="ru-RU" dirty="0" err="1"/>
              <a:t>др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8" name="Рисунок 17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16FB22B3-A3BC-B167-6F51-8BE0228826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1" y="1435605"/>
            <a:ext cx="1931299" cy="119888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E6F748-69CC-ED25-8A4E-2B85BC84FF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72" y="2693450"/>
            <a:ext cx="2209058" cy="18490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E9F3AD-57A3-FCE5-0F56-9A3E4B3415FA}"/>
              </a:ext>
            </a:extLst>
          </p:cNvPr>
          <p:cNvSpPr txBox="1"/>
          <p:nvPr/>
        </p:nvSpPr>
        <p:spPr>
          <a:xfrm>
            <a:off x="2659334" y="1632611"/>
            <a:ext cx="5375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Unity Engine </a:t>
            </a:r>
            <a:r>
              <a:rPr lang="ru-RU" dirty="0"/>
              <a:t>(3</a:t>
            </a:r>
            <a:r>
              <a:rPr lang="en-US" dirty="0"/>
              <a:t>D) – </a:t>
            </a:r>
            <a:r>
              <a:rPr lang="ru-RU" dirty="0"/>
              <a:t>Для самой реализации игры, движок, сама редакция механик и «сборка игры»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EE1CA2-11BB-5945-D03F-5184C0922C86}"/>
              </a:ext>
            </a:extLst>
          </p:cNvPr>
          <p:cNvSpPr txBox="1"/>
          <p:nvPr/>
        </p:nvSpPr>
        <p:spPr>
          <a:xfrm>
            <a:off x="2810799" y="4894924"/>
            <a:ext cx="5375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Blender, Midjourney, </a:t>
            </a:r>
            <a:r>
              <a:rPr lang="en-US" b="1" dirty="0" err="1"/>
              <a:t>AudioGen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Визуальная составляющая игры, </a:t>
            </a:r>
            <a:r>
              <a:rPr lang="en-US" dirty="0"/>
              <a:t>Blender – </a:t>
            </a:r>
            <a:r>
              <a:rPr lang="ru-RU" dirty="0"/>
              <a:t>создание </a:t>
            </a:r>
            <a:r>
              <a:rPr lang="ru-RU" dirty="0" err="1"/>
              <a:t>ассетов</a:t>
            </a:r>
            <a:r>
              <a:rPr lang="ru-RU" dirty="0"/>
              <a:t> (моделей) и работа уже с готовыми</a:t>
            </a:r>
          </a:p>
          <a:p>
            <a:pPr algn="r"/>
            <a:r>
              <a:rPr lang="en-US" dirty="0"/>
              <a:t>Midjourney – </a:t>
            </a:r>
            <a:r>
              <a:rPr lang="ru-RU" dirty="0"/>
              <a:t>Для генерации фотографий</a:t>
            </a:r>
          </a:p>
          <a:p>
            <a:pPr algn="r"/>
            <a:r>
              <a:rPr lang="en-US" dirty="0" err="1"/>
              <a:t>AudioGen</a:t>
            </a:r>
            <a:r>
              <a:rPr lang="ru-RU" dirty="0"/>
              <a:t> – для генерации звуковых эффектов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5B62262-D627-6F55-B0EA-E66EA86DAA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66" y="4749512"/>
            <a:ext cx="1339760" cy="836897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на открытом воздухе, транспортное средство, Наземный транспорт, дере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AB6CD9-FA5E-0F03-94EA-36E22EF736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477" y="4612716"/>
            <a:ext cx="1759536" cy="1759536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05AD08F-2793-5DA7-FA09-230C1BA239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56" y="6127961"/>
            <a:ext cx="2848088" cy="6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7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5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922319" y="-55136"/>
            <a:ext cx="9962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Описание реализации проекты, основные моменты</a:t>
            </a:r>
            <a:r>
              <a:rPr lang="en-US" sz="3600" b="1" dirty="0"/>
              <a:t>. </a:t>
            </a:r>
            <a:r>
              <a:rPr lang="ru-RU" sz="3600" dirty="0"/>
              <a:t>Основная механика камеры (+ 2 видео)</a:t>
            </a:r>
            <a:endParaRPr lang="ru-RU" sz="36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1950AD-39C2-1DFD-817B-69FD1AAB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8" y="2560339"/>
            <a:ext cx="3636719" cy="42976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04C4DD-CEDA-EEEB-2952-866436A4A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952" y="1389730"/>
            <a:ext cx="3636719" cy="53476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545CC8-5481-315C-3B1B-088F4A610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682" y="1561864"/>
            <a:ext cx="3810841" cy="520754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236E1E2-5F18-112B-9C6B-80EBA24AA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" y="1561864"/>
            <a:ext cx="3535863" cy="94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0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6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875873" y="189449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Описание реализации проекты, основные моменты. </a:t>
            </a:r>
            <a:r>
              <a:rPr lang="ru-RU" sz="3600" dirty="0"/>
              <a:t>Разбор одного из пазлов (+ видео)</a:t>
            </a:r>
            <a:endParaRPr lang="ru-RU" sz="36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8E36ED-DE37-B583-DDC3-907CAF7A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4" y="1498958"/>
            <a:ext cx="4548627" cy="32500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3EBEF0-81D7-632C-D222-BE12AA23B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789" y="1354731"/>
            <a:ext cx="4602370" cy="35384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FE25DE-9DEF-32DA-8E86-9061412E9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242" y="2745286"/>
            <a:ext cx="4602370" cy="35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7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7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875873" y="189449"/>
            <a:ext cx="9753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Описание реализации проекты, основные моменты. </a:t>
            </a:r>
            <a:r>
              <a:rPr lang="ru-RU" sz="3600" dirty="0"/>
              <a:t>Механики взаимодействия (+ видео)</a:t>
            </a:r>
            <a:endParaRPr lang="ru-RU" sz="36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1917F5-5436-5204-407B-95F4BE084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17" y="1670113"/>
            <a:ext cx="5139680" cy="342172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67F4A5-9C49-1774-543C-A39D65D8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669" y="1475023"/>
            <a:ext cx="4341216" cy="519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8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8</a:t>
            </a:fld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040013" y="725619"/>
            <a:ext cx="411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Разделение работы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CDFA78-6C51-D545-D33B-6768183F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69" y="1480286"/>
            <a:ext cx="2098407" cy="27592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2EF3EC-FC2D-9950-61B9-2E8596AD8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426" y="1480286"/>
            <a:ext cx="2173193" cy="27592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9C8AEF-CAA3-D49A-FC23-4198DB40600D}"/>
              </a:ext>
            </a:extLst>
          </p:cNvPr>
          <p:cNvSpPr txBox="1"/>
          <p:nvPr/>
        </p:nvSpPr>
        <p:spPr>
          <a:xfrm>
            <a:off x="1769806" y="4285721"/>
            <a:ext cx="3500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с кодом, склейкой и реализацией пазлов, основных механик игры. Отладка и вся «техническая» часть игры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9A186-9915-07CC-FD5C-CF520E1AAB12}"/>
              </a:ext>
            </a:extLst>
          </p:cNvPr>
          <p:cNvSpPr txBox="1"/>
          <p:nvPr/>
        </p:nvSpPr>
        <p:spPr>
          <a:xfrm>
            <a:off x="7544270" y="4285721"/>
            <a:ext cx="3500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Полная работа над визуальным оформлением локаций, пазлов. Работа с </a:t>
            </a:r>
            <a:r>
              <a:rPr lang="ru-RU" dirty="0" err="1"/>
              <a:t>ассетами</a:t>
            </a:r>
            <a:r>
              <a:rPr lang="ru-RU" dirty="0"/>
              <a:t>, </a:t>
            </a:r>
            <a:r>
              <a:rPr lang="en-US" dirty="0"/>
              <a:t>blender </a:t>
            </a:r>
            <a:r>
              <a:rPr lang="ru-RU" dirty="0"/>
              <a:t>и текстурами</a:t>
            </a:r>
          </a:p>
        </p:txBody>
      </p:sp>
    </p:spTree>
    <p:extLst>
      <p:ext uri="{BB962C8B-B14F-4D97-AF65-F5344CB8AC3E}">
        <p14:creationId xmlns:p14="http://schemas.microsoft.com/office/powerpoint/2010/main" val="110791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9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59842" y="2047335"/>
            <a:ext cx="9301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https://drive.google.com/file/d/1MW8ijyISlIgqIvund0x7Ze0pWrDdOhV_/view?usp=sharing</a:t>
            </a:r>
            <a:endParaRPr lang="ru-RU" dirty="0"/>
          </a:p>
          <a:p>
            <a:endParaRPr lang="ru-RU" dirty="0"/>
          </a:p>
          <a:p>
            <a:r>
              <a:rPr lang="ru-RU" dirty="0"/>
              <a:t>Ссылка на видеоролик</a:t>
            </a:r>
          </a:p>
          <a:p>
            <a:endParaRPr lang="ru-RU" dirty="0"/>
          </a:p>
          <a:p>
            <a:endParaRPr lang="ru-RU" dirty="0"/>
          </a:p>
          <a:p>
            <a:r>
              <a:rPr lang="en-US" dirty="0">
                <a:hlinkClick r:id="rId3"/>
              </a:rPr>
              <a:t>https://drive.google.com/drive/folders/1jEaMA7z5Skl12XNSNvfPK2lrUGGHNpVb?usp=sharing</a:t>
            </a:r>
            <a:r>
              <a:rPr lang="en-US" dirty="0"/>
              <a:t> </a:t>
            </a:r>
            <a:endParaRPr lang="ru-RU" dirty="0"/>
          </a:p>
          <a:p>
            <a:endParaRPr lang="ru-RU" dirty="0"/>
          </a:p>
          <a:p>
            <a:r>
              <a:rPr lang="ru-RU" dirty="0"/>
              <a:t>Ссылка на игру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3525" y="942109"/>
            <a:ext cx="2243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2481938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1396-111B-4B5C-B7E2-582932F279F0}" type="slidenum">
              <a:rPr lang="ru-RU" smtClean="0"/>
              <a:t>10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29672" y="1588440"/>
            <a:ext cx="436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Фото прогресса по проекту с репозитория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7414" y="807587"/>
            <a:ext cx="4077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Результат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D455DD-593D-A50A-8879-A0FF56D2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326" y="160731"/>
            <a:ext cx="4876803" cy="32682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B16ADC-0F29-44EB-3744-F50C0E3A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326" y="3560432"/>
            <a:ext cx="4876801" cy="317694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число, Шрифт, снимок экрана">
            <a:extLst>
              <a:ext uri="{FF2B5EF4-FFF2-40B4-BE49-F238E27FC236}">
                <a16:creationId xmlns:a16="http://schemas.microsoft.com/office/drawing/2014/main" id="{A0FD565D-70A3-73D0-3F4D-029A332D2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81" y="2092294"/>
            <a:ext cx="6622029" cy="347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0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4412" y="6331345"/>
            <a:ext cx="2743200" cy="365125"/>
          </a:xfrm>
        </p:spPr>
        <p:txBody>
          <a:bodyPr/>
          <a:lstStyle/>
          <a:p>
            <a:fld id="{29F21396-111B-4B5C-B7E2-582932F279F0}" type="slidenum">
              <a:rPr lang="ru-RU" smtClean="0"/>
              <a:t>11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72653" y="1311349"/>
            <a:ext cx="107603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рамках этого проекта были получены навыки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ru-RU" b="1" dirty="0"/>
              <a:t>1</a:t>
            </a:r>
            <a:r>
              <a:rPr lang="en-US" b="1" dirty="0"/>
              <a:t>. </a:t>
            </a:r>
            <a:r>
              <a:rPr lang="ru-RU" b="1" dirty="0"/>
              <a:t>Работы с </a:t>
            </a:r>
            <a:r>
              <a:rPr lang="ru-RU" b="1" dirty="0" err="1"/>
              <a:t>ассетами</a:t>
            </a:r>
            <a:r>
              <a:rPr lang="ru-RU" b="1" dirty="0"/>
              <a:t> и сценами</a:t>
            </a:r>
            <a:r>
              <a:rPr lang="en-US" dirty="0"/>
              <a:t>: </a:t>
            </a:r>
            <a:r>
              <a:rPr lang="ru-RU" dirty="0"/>
              <a:t>конвертацией, блендером, импортированием, редактированием. Создание сцен и их привязка в </a:t>
            </a:r>
            <a:r>
              <a:rPr lang="en-US" dirty="0"/>
              <a:t>Build</a:t>
            </a:r>
            <a:r>
              <a:rPr lang="ru-RU" dirty="0"/>
              <a:t>, для создания последовательного процесса переключения.</a:t>
            </a:r>
          </a:p>
          <a:p>
            <a:endParaRPr lang="ru-RU" dirty="0"/>
          </a:p>
          <a:p>
            <a:r>
              <a:rPr lang="en-US" b="1" dirty="0"/>
              <a:t>2. </a:t>
            </a:r>
            <a:r>
              <a:rPr lang="ru-RU" b="1" dirty="0"/>
              <a:t>Работа с кодом на </a:t>
            </a:r>
            <a:r>
              <a:rPr lang="en-US" b="1" dirty="0"/>
              <a:t>C#: </a:t>
            </a:r>
            <a:r>
              <a:rPr lang="ru-RU" dirty="0"/>
              <a:t>Основные навыки на данном языке </a:t>
            </a:r>
            <a:r>
              <a:rPr lang="en-US" dirty="0"/>
              <a:t>; </a:t>
            </a:r>
            <a:r>
              <a:rPr lang="ru-RU" dirty="0"/>
              <a:t>Работа с </a:t>
            </a:r>
            <a:r>
              <a:rPr lang="en-US" dirty="0"/>
              <a:t>Unity</a:t>
            </a:r>
            <a:r>
              <a:rPr lang="ru-RU" dirty="0"/>
              <a:t> (+3</a:t>
            </a:r>
            <a:r>
              <a:rPr lang="en-US" dirty="0"/>
              <a:t>d, </a:t>
            </a:r>
            <a:r>
              <a:rPr lang="ru-RU" dirty="0"/>
              <a:t>без </a:t>
            </a:r>
            <a:r>
              <a:rPr lang="en-US" dirty="0"/>
              <a:t>Canvas</a:t>
            </a:r>
            <a:r>
              <a:rPr lang="ru-RU" dirty="0"/>
              <a:t> через </a:t>
            </a:r>
            <a:r>
              <a:rPr lang="en-US" dirty="0"/>
              <a:t>colliders; Canvas </a:t>
            </a:r>
            <a:r>
              <a:rPr lang="ru-RU" dirty="0"/>
              <a:t>в качестве меню и финальной сцены</a:t>
            </a:r>
            <a:r>
              <a:rPr lang="en-US" dirty="0"/>
              <a:t>); </a:t>
            </a:r>
            <a:r>
              <a:rPr lang="ru-RU" dirty="0"/>
              <a:t>Взаимно последовательные процессы, некоторые коды были взяты и переработаны из гайдов. Создание с нуля механики последовательного переключения камеры между 4 видами</a:t>
            </a:r>
          </a:p>
          <a:p>
            <a:endParaRPr lang="ru-RU" dirty="0"/>
          </a:p>
          <a:p>
            <a:r>
              <a:rPr lang="en-US" b="1" dirty="0"/>
              <a:t>3. </a:t>
            </a:r>
            <a:r>
              <a:rPr lang="ru-RU" b="1" dirty="0"/>
              <a:t>Работа в </a:t>
            </a:r>
            <a:r>
              <a:rPr lang="en-US" b="1" dirty="0"/>
              <a:t>Unity</a:t>
            </a:r>
            <a:r>
              <a:rPr lang="ru-RU" b="1" dirty="0"/>
              <a:t> (</a:t>
            </a:r>
            <a:r>
              <a:rPr lang="ru-RU" b="1" dirty="0" err="1"/>
              <a:t>доп</a:t>
            </a:r>
            <a:r>
              <a:rPr lang="ru-RU" b="1" dirty="0"/>
              <a:t>)</a:t>
            </a:r>
            <a:r>
              <a:rPr lang="en-US" dirty="0"/>
              <a:t>: </a:t>
            </a:r>
            <a:r>
              <a:rPr lang="ru-RU" dirty="0"/>
              <a:t>Взаимодействие с </a:t>
            </a:r>
            <a:r>
              <a:rPr lang="ru-RU" dirty="0" err="1"/>
              <a:t>ассетами</a:t>
            </a:r>
            <a:r>
              <a:rPr lang="ru-RU" dirty="0"/>
              <a:t>, сценами, объектами через инспектор, который в свою очередь берёт работу конкретного кода и автоматизирует процесс (+ оптимизация)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016155" y="738909"/>
            <a:ext cx="9753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Выводы</a:t>
            </a:r>
          </a:p>
        </p:txBody>
      </p:sp>
      <p:pic>
        <p:nvPicPr>
          <p:cNvPr id="3" name="Рисунок 2" descr="Изображение выглядит как снимок экрана, мебель, стол, в помещении">
            <a:extLst>
              <a:ext uri="{FF2B5EF4-FFF2-40B4-BE49-F238E27FC236}">
                <a16:creationId xmlns:a16="http://schemas.microsoft.com/office/drawing/2014/main" id="{513CF7A3-A0BA-4513-0288-938A66C00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12" y="4685440"/>
            <a:ext cx="2313997" cy="1606752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9363F82E-F411-A7D9-042B-9E59B68E0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90" y="4743275"/>
            <a:ext cx="2401999" cy="1491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3CDB21-E1AC-2DC6-6BD9-0146E89FE702}"/>
              </a:ext>
            </a:extLst>
          </p:cNvPr>
          <p:cNvSpPr txBox="1"/>
          <p:nvPr/>
        </p:nvSpPr>
        <p:spPr>
          <a:xfrm>
            <a:off x="2192241" y="6368045"/>
            <a:ext cx="114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Пункт (1)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174025C-79F7-5966-65B4-3BCF94E79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252" y="4662741"/>
            <a:ext cx="2209058" cy="18490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9BA48C-8C76-C5E8-A969-D801B1553F35}"/>
              </a:ext>
            </a:extLst>
          </p:cNvPr>
          <p:cNvSpPr txBox="1"/>
          <p:nvPr/>
        </p:nvSpPr>
        <p:spPr>
          <a:xfrm>
            <a:off x="6322685" y="6511804"/>
            <a:ext cx="114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Пункт (</a:t>
            </a:r>
            <a:r>
              <a:rPr lang="en-US" b="1" dirty="0"/>
              <a:t>2</a:t>
            </a:r>
            <a:r>
              <a:rPr lang="ru-RU" b="1" dirty="0"/>
              <a:t>)</a:t>
            </a:r>
          </a:p>
        </p:txBody>
      </p:sp>
      <p:pic>
        <p:nvPicPr>
          <p:cNvPr id="17" name="Рисунок 16" descr="Изображение выглядит как текст, снимок экрана, Мультимедийное программное обеспечение, Графическое программное обеспечение">
            <a:extLst>
              <a:ext uri="{FF2B5EF4-FFF2-40B4-BE49-F238E27FC236}">
                <a16:creationId xmlns:a16="http://schemas.microsoft.com/office/drawing/2014/main" id="{4DD20C60-9195-8A77-0385-764BF0F0F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191" y="4461120"/>
            <a:ext cx="876985" cy="181151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90E7812-E9D0-C5E4-D22C-A1B1438DA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643" y="4863714"/>
            <a:ext cx="2831690" cy="4631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D857ED-5471-E690-461B-DB0C48B4877D}"/>
              </a:ext>
            </a:extLst>
          </p:cNvPr>
          <p:cNvSpPr txBox="1"/>
          <p:nvPr/>
        </p:nvSpPr>
        <p:spPr>
          <a:xfrm>
            <a:off x="8990239" y="5480203"/>
            <a:ext cx="114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Пункт (</a:t>
            </a:r>
            <a:r>
              <a:rPr lang="en-US" b="1" dirty="0"/>
              <a:t>3</a:t>
            </a:r>
            <a:r>
              <a:rPr lang="ru-RU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987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537</Words>
  <Application>Microsoft Office PowerPoint</Application>
  <PresentationFormat>Широкоэкранный</PresentationFormat>
  <Paragraphs>68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-apple-system</vt:lpstr>
      <vt:lpstr>Arial</vt:lpstr>
      <vt:lpstr>Arial Black</vt:lpstr>
      <vt:lpstr>Calibri</vt:lpstr>
      <vt:lpstr>Calibri Light</vt:lpstr>
      <vt:lpstr>Times New Roman</vt:lpstr>
      <vt:lpstr>Тема Office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Александр Гордий</cp:lastModifiedBy>
  <cp:revision>109</cp:revision>
  <dcterms:created xsi:type="dcterms:W3CDTF">2021-02-08T11:39:32Z</dcterms:created>
  <dcterms:modified xsi:type="dcterms:W3CDTF">2025-12-22T16:24:22Z</dcterms:modified>
</cp:coreProperties>
</file>